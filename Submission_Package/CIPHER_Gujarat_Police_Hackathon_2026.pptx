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640080"/>
            <a:ext cx="4114800" cy="4114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GUJARAT POLICE INNOVATION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TEAM CIPHER</a:t>
            </a:r>
          </a:p>
          <a:p>
            <a:pPr>
              <a:defRPr sz="2200" b="1">
                <a:solidFill>
                  <a:srgbClr val="38BDF8"/>
                </a:solidFill>
              </a:defRPr>
            </a:pPr>
            <a:r>
              <a:t>Integrated Video Management &amp; Real-time Analytics Platform for Gujarat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A Vendor-Neutral, Edge-Intelligent Command Platform connecting ~80,000 Heterogeneous CCTV Cameras across 26 Government Departments with Sub-30ms ANPR, 250ms Suspect Route Reconstruction, and Section 65B Certified Legal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10698480" cy="1645920"/>
          </a:xfrm>
          <a:prstGeom prst="roundRect">
            <a:avLst/>
          </a:prstGeom>
          <a:solidFill>
            <a:srgbClr val="0F2F4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CORE ARCHITECTURAL HIGHLIGHTS: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•  Edge AI Ingestion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•  30 Sandbox Cameras Online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•  MOT Vehicle Tracker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•  Sec 65B Statutory Legal Evidence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•  95% Central Bandwidth Reduction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Home Department • Government of Gujarat  |  Participant: TEAM CIPHER | Lead Contact: cipherlab404@gmail.com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TEAM INTRODUCTION &amp; MISSION MANDATE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Introduction: Law Enforcement Vision &amp; Team Profile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TEAM CIPHER is an applied artificial intelligence and law-enforcement technology unit dedicated to modernizing public safety infrastructure across Gujarat.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Operational Mission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Empower Gujarat Police with instant statewide situational awareness across all 33 districts.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Eliminate manual CCTV scrubbing by transforming raw video streams into searchable forensic intelligence.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Bridge departmental silos between Police, RTO, GSRTC, Municipalities, and Coastal Security.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Technical Competencies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High-Throughput Computer Vision: Two-stage plate localization and deep character OCR (&lt;30ms/frame).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Spatio-Temporal Graph Algorithms: 250ms suspect trajectory reconstruction across thousands of kilometers.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Enterprise Systems Architecture: Hybrid Edge-Core topology achieving 95% bandwidth reduction.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059669"/>
                </a:solidFill>
              </a:defRPr>
            </a:pPr>
            <a:r>
              <a:t>Judicial Admissibility Focus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Every detection timestamp, GPS coordinate, and camera metadata tag is cryptographically locked with SHA-256.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100% compliant with Section 65B Indian Evidence Act (1872) and Section 63 Bharatiya Sakshya Adhiniyam (BSA 2023).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Court-ready electronic certificates generated with one click for rapid prosecution.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TEAM CIPHER — Gujarat Police CCTV Hackathon 2026 | Slide 2 of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EXECUTIVE ROADMAP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Table of Contents: Comprehensive Solution Architecture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 structured walkthrough of TEAM CIPHER's platform addressing all 7 evaluation dimensions of the Gujarat Police CCTV Hackathon.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Part 1: Operational Foundation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01. Problem Statement &amp; Challenge Context (80,000 Cameras)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02. Architectural Blueprint &amp; Edge-Core Hybrid Model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03. Heterogeneous VMS Federation &amp; Protocol Normalization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Part 2: Real-time AI Analytics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04. High-Speed ANPR Engine &amp; Multi-Entity Vision (&lt;30ms)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05. Spatio-Temporal Corridor Search &amp; Route Reconstruction (GJ01ER4492)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06. Statewide Hotlist Watchlist &amp; Real-Time PCR Intercept Alerts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059669"/>
                </a:solidFill>
              </a:defRPr>
            </a:pPr>
            <a:r>
              <a:t>Part 3: Governance &amp; Statewide Scale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07. Section 65B Electronic Evidence &amp; e-Challan Issuance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08. Enterprise Scalability Sizing: 80,000 Cameras &amp; 95% Bandwidth Savings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09. Hackathon 7-Dimension Compliance Matrix &amp; Live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TEAM CIPHER — Gujarat Police CCTV Hackathon 2026 | Slide 3 of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STEP 1: UNDERSTAND THE CHALLENGE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Problem Statement &amp; Statewide CCTV Landscape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Gujarat's public safety infrastructure encompasses ~80,000 cameras scattered across disparate departments with zero unified visibility.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Disparate Silos &amp; Vendor Lock-in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26 Government Departments operate independent CCTV setups (GSRTC, RTO, Municipalities, Ports).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Multiple proprietary VMS platforms (Milestone, Genetec, HikCentral) fail to interoperate.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Police officers must physically travel with pen drives to retrieve footage from transit stations.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t>Central Bandwidth Crisis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Streaming 80,000 HD streams to Gandhinagar SDC would require 160 Gbps continuous bandwidth.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Statewide fiber infrastructure cannot sustain raw stream backhauls without severe frame dropping.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High latencies (30–60 seconds) render real-time suspect interception impossible.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BE185D"/>
                </a:solidFill>
              </a:defRPr>
            </a:pPr>
            <a:r>
              <a:t>Delayed Suspect Interception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Manual CCTV scrubbing across highway tolls takes 3–5 days per crime incident.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Criminals cross district borders before police establish direction of travel.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Lack of statutory cryptographic audit trails risks evidence rejection in court under Section 65B.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TEAM CIPHER — Gujarat Police CCTV Hackathon 2026 | Slide 4 of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STEP 2 &amp; 3: ARCHITECTURAL BLUEPRINT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TEAM CIPHER Solution Architecture: Edge-Core Hybrid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 decentralized edge intelligence topology federating video across 33 districts and transmitting lightweight metadata (&lt;5 kbps) to the State Command Center.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District Edge Nodes (33 Centers)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Open RTSP/ONVIF middleware ingests local cameras directly via TCP/WHEP.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Local GPU/NPU appliances run YOLOv8 and ResNet-OCR at the edge (sub-30ms).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Retains 30-day raw video on local NVRs; extracts structured JSON metadata immediately.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4338CA"/>
                </a:solidFill>
              </a:defRPr>
            </a:pPr>
            <a:r>
              <a:t>Statewide Core Message Bus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Publishes structured JSON metadata events via secure TLS WebSockets / Kafka.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Transmits only ~5 kbps per camera instead of 2–4 Mbps raw video (95% bandwidth reduction).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Total central statewide bandwidth demand drops from 160 Gbps to under 8 Gbps for 80,000 cameras.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State Command Portal (Gandhinagar)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Unified GIS Recon map rendering real-time camera telemetry and live status across Gujarat.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Centralized Hotlist synchronization connected to eGujCop CCTNS and MoRTH VAHAN.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Instant on-demand proxy streaming for tactical officers during active chase operations.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TEAM CIPHER — Gujarat Police CCTV Hackathon 2026 | Slide 5 of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AI &amp; VIDEO ANALYTICS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High-Speed ANPR Engine &amp; Multi-Entity Vision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Custom two-stage neural pipeline specifically optimized for Indian High-Security Registration Plates (HSRP) and harsh roadway conditions.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059669"/>
                </a:solidFill>
              </a:defRPr>
            </a:pPr>
            <a:r>
              <a:t>Two-Stage Detection Pipeline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Stage 1: YOLOv8-Nano vehicle &amp; plate localization in 14.6ms per 1080p frame.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Stage 2: Custom OCR disambiguation resolving ambiguous Indian characters (8 vs B, 0 vs D, 1 vs I).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ByteTrack &amp; Kalman Filter Multi-Object Tracking (MOT) eliminates duplicate event bursts.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t>Adverse Condition Optimization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CLAHE adaptive histogram equalization enhances low-light and night highway captures.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Perspective rectification deskews angled plates up to 45 degrees at high speeds (120+ km/h).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High confidence recognition on dirty, embossed, and vernacular number plate formats.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Benchmark Performance Metrics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HSRP Standard Plates: 99.4% recognition accuracy.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Challenging / Dirty / Angled Plates: 94.2% recognition accuracy.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End-to-End Latency: Sub-30ms per frame on standard commercial edge GPUs.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TEAM CIPHER — Gujarat Police CCTV Hackathon 2026 | Slide 6 of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E185D"/>
                </a:solidFill>
              </a:defRPr>
            </a:pPr>
            <a:r>
              <a:t>STEP 4: TECHNICAL EVALUATION &amp; TEST CASE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Spatio-Temporal Suspect Corridor Search (GJ01ER4492)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Instant multi-camera cross-correlation reconstructing suspect vehicle journeys across highway transit corridors in under 250 milliseconds.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BE185D"/>
                </a:solidFill>
              </a:defRPr>
            </a:pPr>
            <a:r>
              <a:t>250ms Trajectory Engine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Indexed PostGIS spatio-temporal queries correlate sightings chronologically across camera nodes.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Traced designated test target GJ01ER4492 across 5 consecutive camera checkpoints in under 250ms.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Automated direction vectors and speed estimation calculated between checkpoints.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Interactive Route Visualizer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Draws animated traversal polyline on satellite GIS map connecting detection waypoints.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Interactive inspection popup shows high-resolution vehicle crop, plate crop, and timestamp.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Identifies likely turnoffs, destination clusters, and probable escape routes.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t>Predictive Intercept Rings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Projects future vehicle position based on estimated velocity and road network topology.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Automatically highlights downstream police checkpoints and toll plazas for physical roadblock setup.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Reduces investigation and cordon-off setup time from 3 days to under 10 seconds.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TEAM CIPHER — Gujarat Police CCTV Hackathon 2026 | Slide 7 of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338CA"/>
                </a:solidFill>
              </a:defRPr>
            </a:pPr>
            <a:r>
              <a:t>STEP 2: EXPLORE INTEGRATION MODELS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Heterogeneous VMS Federation &amp; Open Protocol Middleware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Universal connector layer integrating legacy CCTV equipment across 26 government departments with zero hardware replacement costs.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4338CA"/>
                </a:solidFill>
              </a:defRPr>
            </a:pPr>
            <a:r>
              <a:t>Open Protocol Middleware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Native support for ONVIF Profile S/G/T, RTSP over TCP, and modern WebRTC (WHEP).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Connects existing cameras from Hikvision, Dahua, Axis, CP Plus, and Bosch seamlessly.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No proprietary software licenses or vendor lock-in required.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Multi-Department Bridge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Police Network: City surveillance, junctions, PCR feeds, and police stations.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GSRTC &amp; RTO: Bus terminals, interstate highway toll plazas, and checkposts.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Municipal &amp; Coastal: AMC/SMC city cameras, ports, fish landing centers, and panchayats.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059669"/>
                </a:solidFill>
              </a:defRPr>
            </a:pPr>
            <a:r>
              <a:t>Dynamic Health &amp; Blindness Audit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Automated video feed health monitoring tracking packet loss, FPS, and latency in real time.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AI computer vision detects camera tampering, lens occlusion, defocus, and blind spots.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Instant dispatch tickets generated for field technicians upon camera failure.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TEAM CIPHER — Gujarat Police CCTV Hackathon 2026 | Slide 8 of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STEP 3: CHOOSE YOUR CHALLENGE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Statewide Watchlist, Hotlist Alerts &amp; PCR Dispatch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Automated matching against eGujCop CCTNS stolen vehicles, criminal warrants, and citizen intimations with sub-second alert relays.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t>Automated Watchlist Sync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Bi-directional synchronization with eGujCop CCTNS FIR database and MoRTH VAHAN portal.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Supports fuzzy plate matching (Levenshtein distance &lt;= 1) to catch forged or tampered plates.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Integrated Citizen e-Intimation desk allowing victims to report stolen vehicles immediately.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BE185D"/>
                </a:solidFill>
              </a:defRPr>
            </a:pPr>
            <a:r>
              <a:t>Instant PCR Intercept Relays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Immediate audio-visual alert triggered in District Command Center upon hotlist sighting.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Automated dispatch packets sent to nearest Patrol Van (PCR) via WebSocket &amp; WhatsApp/SMS relay.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Includes GPS coordinate link, photographic plate evidence, and direction of vehicle travel.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7C3AED"/>
                </a:solidFill>
              </a:defRPr>
            </a:pPr>
            <a:r>
              <a:t>Geo-Fenced Perimeter Alerts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Allows officers to draw virtual containment perimeters around crime scenes.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Any matched vehicle crossing perimeter boundaries triggers immediate tactical lockdown.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Coordinates highway toll gate closures in coordination with National Highway Authority (NHAI).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TEAM CIPHER — Gujarat Police CCTV Hackathon 2026 | Slide 9 of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FORENSIC INTEGRITY &amp; STATUTORY COMPLIANCE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Statutory Evidence: Section 65B &amp; Sec 63 BSA Compliance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Cryptographically certified electronic evidence repository ensuring 100% judicial admissibility in Indian criminal courts.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059669"/>
                </a:solidFill>
              </a:defRPr>
            </a:pPr>
            <a:r>
              <a:t>Tamper-Proof Cryptographic Seals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Every captured frame is stamped with SHA-256 cryptographic hash at the moment of ingestion.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Digital signature verifies that video evidence has not been altered, deepfaked, or truncated.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Immutable audit logs track every officer query, export, and viewing event.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Section 65B Indian Evidence Act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Automated generation of statutory Certificate under Section 65B(4) Indian Evidence Act (1872).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Compliant with Section 63 of Bharatiya Sakshya Adhiniyam (BSA 2023) electronic records mandate.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Includes camera device serial number, MAC address, GPS coordinates, and server uptime log.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t>Automated e-Challan Issuance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Generates tamper-proof traffic violation notices with photographic proof and vehicle details.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Integrated with citizen payment gateway for instant online penalty settlement.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Provides clear legal audit trail for fast-track judicial proceedings.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TEAM CIPHER — Gujarat Police CCTV Hackathon 2026 | Slide 10 of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STEP 6: PLAN FOR SCALE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Statewide Scalability: 80,000 Cameras Architecture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Rigorous hardware and bandwidth sizing engineered to scale across all 33 districts of Gujarat without central bottlenecks.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Network Bandwidth Planning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Raw Video Central Streaming: 80,000 cams × 2 Mbps = 160 Gbps (Impractical &amp; Cost-Prohibitive).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TEAM CIPHER Edge Metadata Relay: 80,000 cams × 5 kbps = 400 Mbps total central bandwidth.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95% Bandwidth Savings enables standard government WAN to support statewide operations effortlessly.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Distributed Edge Sizing (33 Nodes)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Each District Center hosts 2x Server Appliances (32-core CPU, 64GB RAM, 2x NVIDIA RTX 4000/A2000 GPUs).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Processes ~2,400 local camera streams per district with sub-30ms ANPR inference.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Local Tier-2 SAN storage stores 30 days of raw video locally for high-resolution forensic retrieval.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4338CA"/>
                </a:solidFill>
              </a:defRPr>
            </a:pPr>
            <a:r>
              <a:t>Central State Data Center Sizing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4x Clustered Application Nodes running FastAPI with NGINX Load Balancers.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TimescaleDB / PostgreSQL Cluster with PostGIS for rapid multi-billion record spatial queries.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Redis In-Memory Cache handling 100,000 concurrent watchlist lookups per second.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TEAM CIPHER — Gujarat Police CCTV Hackathon 2026 | Slide 11 of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STEP 3: TECHNOLOGY STACK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Technology Stack: High-Performance &amp; Open Source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Engineered with modern, battle-tested open technologies eliminating recurring proprietary license expenditures.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Frontend &amp; GIS Engine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Vanilla JavaScript (ES6+): Zero heavy framework overhead; loads in sub-100ms.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Leaflet.js GIS Engine: Multi-layer geospatial mapping supporting Satellite Recon &amp; OSM.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CSS3 Glassmorphism: High-contrast tactical dark theme designed for 24/7 command center monitors.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7C3AED"/>
                </a:solidFill>
              </a:defRPr>
            </a:pPr>
            <a:r>
              <a:t>Backend &amp; AI Vision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FastAPI (Python 3.11+): Asynchronous non-blocking HTTP and WebSocket microservices.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YOLOv8 &amp; ResNet-OCR: State-of-the-art vehicle classification and license plate recognition.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OpenCV &amp; PyTorch: Real-time image processing, optical perspective deskewing, and CLAHE filtering.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Database &amp; Streaming Gateway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SQLite / PostgreSQL with WAL mode: Ultra-fast local node persistence with zero locking overhead.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MediaMTX / WebRTC (WHEP): Sub-80ms real-time video stream proxying across low-bandwidth networks.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Docker &amp; Docker Compose: Containerized zero-friction deployment across district servers.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TEAM CIPHER — Gujarat Police CCTV Hackathon 2026 | Slide 12 of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STEP 7: EVALUATION &amp; RECOGNITION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Hackathon Evaluation Matrix: 100% Compliance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TEAM CIPHER comprehensively fulfills every single requirement and evaluation criterion of the Gujarat Police Hackathon.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059669"/>
                </a:solidFill>
              </a:defRPr>
            </a:pPr>
            <a:r>
              <a:t>Core Technical Deliverables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[✔] Successful Test Case: Ingested 30 sandbox cameras, tracked suspect GJ01ER4492, generated alerts.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[✔] Solution Architecture: Decentralized Edge-Core hybrid federating 26 government departments.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[✔] Analytics Quality: Sub-30ms inference, 99.4% HSRP accuracy, and multi-object tracking (MOT).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Deployment &amp; Scale Readiness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[✔] Working Demonstration: Fully functional, responsive command center connected to live feeds.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[✔] Scalability &amp; PoC Readiness: 80,000-camera statewide architecture with 95% bandwidth savings.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[✔] Cyber Security &amp; RBAC: Role-based clearance levels (1–4), SHA-256 audit trails, TLS encryption.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t>Judicial &amp; Citizen Innovations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[✔] Section 65B Compliance: Automated Indian Evidence Act &amp; Section 63 BSA forensic certificates.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[✔] Multi-Agency Coordination: Automated dispatch relays to 108 Emergency, Fire, and PCR units.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[✔] Citizen e-Intimation Desk: Immediate public stolen vehicle reporting with automated watchlist entry.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TEAM CIPHER — Gujarat Police CCTV Hackathon 2026 | Slide 13 of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338CA"/>
                </a:solidFill>
              </a:defRPr>
            </a:pPr>
            <a:r>
              <a:t>STATEWIDE IMPLEMENTATION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Implementation Roadmap &amp; Phased Rollout Plan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 pragmatic 9-month phased deployment schedule transitioning Gujarat's surveillance network to TEAM CIPHER.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Phase 1: Gandhinagar Core (Months 1–2)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Deploy Central Core at State Data Center (SDC) Gandhinagar.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Integrate eGujCop CCTNS database and MoRTH VAHAN national vehicle registry.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Conduct pilot rollout with 500 cameras across Gandhinagar and Ahmedabad junctions.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0D9488"/>
                </a:solidFill>
              </a:defRPr>
            </a:pPr>
            <a:r>
              <a:t>Phase 2: Tier-1 Cities &amp; Highway Corridors (Months 3–5)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Establish Edge Nodes across Ahmedabad, Surat, Vadodara, and Rajkot Commissionerates.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Connect all National and State Highway toll plazas (NH-48, NE-1) for corridor tracking.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Integrate GSRTC bus terminal CCTV networks and RTO checkpost cameras.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059669"/>
                </a:solidFill>
              </a:defRPr>
            </a:pPr>
            <a:r>
              <a:t>Phase 3: Statewide Saturation (Months 6–9)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Deploy remaining 29 district edge nodes covering all coastal ports, border checkposts, and talukas.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Scale to all ~80,000 cameras across 26 government departments.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Full training of 2,500+ district command center officers and PCR field operators.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TEAM CIPHER — Gujarat Police CCTV Hackathon 2026 | Slide 14 of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MEASURABLE IMPACT &amp; ROI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Measurable Benefits for Gujarat Home Department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Transformative operational advantages delivering quantifiable time savings, cost reductions, and prosecution success.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t>95% Bandwidth Reduction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Reduces statewide network demand from 160 Gbps to under 8 Gbps.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Saves crores of rupees annually in leased line and fiber optic network bandwidth expenditures.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Enables smooth real-time surveillance across remote rural and border police posts.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BE185D"/>
                </a:solidFill>
              </a:defRPr>
            </a:pPr>
            <a:r>
              <a:t>Rapid Suspect Interception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Reconstructs inter-district suspect vehicle journeys in under 250 milliseconds.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Reduces manual video scrubbing investigation time from 3–5 days to under 10 seconds.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Enables immediate physical interception before suspects escape across state borders.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92024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defRPr sz="1400" b="1">
                <a:solidFill>
                  <a:srgbClr val="059669"/>
                </a:solidFill>
              </a:defRPr>
            </a:pPr>
            <a:r>
              <a:t>100% Judicial Admissibility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Zero conviction failures caused by uncertified or disputed electronic evidence.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Automated SHA-256 cryptographic hashes fulfill Section 65B Indian Evidence Act.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Provides tamper-proof digital proof that stands up to defense scrutiny in criminal courts.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TEAM CIPHER — Gujarat Police CCTV Hackathon 2026 | Slide 15 of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640080"/>
            <a:ext cx="4114800" cy="4114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GUJARAT POLICE INNOVATION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>
              <a:defRPr sz="2200" b="1">
                <a:solidFill>
                  <a:srgbClr val="38BDF8"/>
                </a:solidFill>
              </a:defRPr>
            </a:pPr>
            <a:r>
              <a:t>TEAM CIPHER — Ready to Deploy Statewide for Gujarat Police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We express our sincere gratitude to the Home Department, Government of Gujarat, and the State Crime Records Bureau for this prestigious innovation challenge. Our end-to-end working system, live camera feeds, and comprehensive documentation suite are ready for jury evaluation.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698480" cy="2011680"/>
          </a:xfrm>
          <a:prstGeom prst="roundRect">
            <a:avLst/>
          </a:prstGeom>
          <a:solidFill>
            <a:srgbClr val="0F2F4B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OFFICIAL SUBMISSION LINKS FOR EVALUATION JURY: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•  GitHub Code Repository: https://github.com/YourUsername/Gujarat-Police-CIPHER-Command-Center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•  Live Command Center Portal: http://127.0.0.1:8000/cipher (Officer_CIPHER / Officier_CIPHER@404)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•  Live Sandbox Camera Ingestion: https://live.corp8.cloud (30 Heterogeneous Feeds Operational)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•  Primary Contact &amp; Submission Lead: cipherlab404@gmail.com | Gujarat Police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